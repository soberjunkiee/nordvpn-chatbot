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CyberCare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CyberCare is Nord Security’s customer service &amp; operations arm</a:t>
            </a:r>
          </a:p>
          <a:p>
            <a:r>
              <a:t>• Provides 24/7 multilingual support for NordVPN, NordLayer, NordPass</a:t>
            </a:r>
          </a:p>
          <a:p>
            <a:r>
              <a:t>• Focus on automation, efficiency, and customer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Chatbot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 agent workload</a:t>
            </a:r>
          </a:p>
          <a:p>
            <a:r>
              <a:t>• Improve first-response resolution</a:t>
            </a:r>
          </a:p>
          <a:p>
            <a:r>
              <a:t>• Enable scalable, automated customer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Solution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Troubleshooting System</a:t>
            </a:r>
          </a:p>
          <a:p>
            <a:r>
              <a:t>• Detect issues from user description</a:t>
            </a:r>
          </a:p>
          <a:p>
            <a:r>
              <a:t>• Run diagnostic workflows</a:t>
            </a:r>
          </a:p>
          <a:p>
            <a:r>
              <a:t>• Provide fixes or escalate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Solution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Billing &amp; Account Assistant</a:t>
            </a:r>
          </a:p>
          <a:p>
            <a:r>
              <a:rPr dirty="0"/>
              <a:t>• Handle subscription questions</a:t>
            </a:r>
          </a:p>
          <a:p>
            <a:r>
              <a:rPr dirty="0"/>
              <a:t>• Manage refunds &amp; upgrades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Solution #3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Network Status &amp; Connectivity Advisor</a:t>
            </a:r>
          </a:p>
          <a:p>
            <a:r>
              <a:rPr dirty="0"/>
              <a:t>• Identify server issues</a:t>
            </a:r>
          </a:p>
          <a:p>
            <a:r>
              <a:rPr dirty="0"/>
              <a:t>• Suggest optimal servers &amp; protocols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CyberCare Overview</vt:lpstr>
      <vt:lpstr>AI Chatbot Vision</vt:lpstr>
      <vt:lpstr>End-to-End Solution #1</vt:lpstr>
      <vt:lpstr>End-to-End Solution #2</vt:lpstr>
      <vt:lpstr>End-to-End Solution #3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Paulius Manylovas</cp:lastModifiedBy>
  <cp:revision>2</cp:revision>
  <dcterms:created xsi:type="dcterms:W3CDTF">2013-01-27T09:14:16Z</dcterms:created>
  <dcterms:modified xsi:type="dcterms:W3CDTF">2025-11-25T22:10:29Z</dcterms:modified>
  <cp:category/>
</cp:coreProperties>
</file>